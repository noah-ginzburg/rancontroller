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in one line: what problem, what platform, what you set out to do. Introduce yourself and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roadmap in ~20 seconds so the audience knows the shape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Pause, then set up why this problem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plainly. The third bullet is where you name the specific problem you took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goals, no more. Make the primary one concrete and measurable.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Shift from why to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column top to bottom. Use the photo to show the actual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per month. This is the spine of the whole talk — keep it brisk.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payoff. This is what people came to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takeaways. Lead each with the one-word tag, then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in your two best result photos. Say one sentence about what each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three numbers with your real headline metrics. Put the strongest one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what was hard — it makes the learnings land. Pair each challenge with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did the team gain that outlasts your internship? Concrete deliverables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body on momentum: what you'd do next and what you'd recommend the team pursue.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your advisor and team by name.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Alternate title layout — centered on navy. Keep whichever title slide you prefer and delete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Alternate section-divider layout — light, with an oversized outline number. Swap in for the navy dividers if you prefer this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3821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F74C0"/>
          </a:solidFill>
          <a:ln/>
        </p:spPr>
      </p:sp>
      <p:sp>
        <p:nvSpPr>
          <p:cNvPr id="3" name="Text 1"/>
          <p:cNvSpPr/>
          <p:nvPr/>
        </p:nvSpPr>
        <p:spPr>
          <a:xfrm>
            <a:off x="1314450" y="876300"/>
            <a:ext cx="6016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INTERNSHIP · SUMMER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3294221"/>
            <a:ext cx="14519910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b="1" spc="-75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Drone Navigation in GPS-Denied Environments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90600" y="5241131"/>
            <a:ext cx="1157668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three-month research internship building and field-testing onboard localization for UAVs.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90600" y="8453438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8786813"/>
            <a:ext cx="20619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9177338"/>
            <a:ext cx="206197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03320" y="8786813"/>
            <a:ext cx="35902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/ TEAM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3320" y="9177338"/>
            <a:ext cx="359029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[Research Group · Advisor]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05420" y="8786813"/>
            <a:ext cx="28729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05420" y="9177338"/>
            <a:ext cx="287293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[June – August 2025]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3853815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4110990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05000" y="4168140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981700" y="4227671"/>
            <a:ext cx="453571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Background, motivation, and goals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4911090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5168265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05000" y="5225415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981700" y="5284946"/>
            <a:ext cx="566361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the three-month timeline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5968365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6225540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905000" y="6282690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Impact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981700" y="6342221"/>
            <a:ext cx="50127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Findings, field tests, and contributions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8025765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90600" y="7025640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7282815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905000" y="7339965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5981700" y="7399496"/>
            <a:ext cx="487675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learnings, and next steps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27045"/>
            <a:ext cx="1793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990600" y="4589145"/>
            <a:ext cx="1793748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90600" y="5970270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6284595"/>
            <a:ext cx="1079182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Background, motivation, and the goals that framed the work.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364105"/>
            <a:ext cx="8922387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high-value drone missions take place exactly where satellite positioning is weak or unavailable.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699510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575685"/>
            <a:ext cx="864768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 signals degrade indoors, underground, and under dense canopy, limiting autonomous flight.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600" y="4693920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570095"/>
            <a:ext cx="864768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Visual-inertial methods drift over long flights and struggle in low-texture or low-light scenes.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5688330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5564505"/>
            <a:ext cx="864768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specific gap your project targets — e.g., robust onboard localization without external infrastructure]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338911" y="2364105"/>
            <a:ext cx="6958489" cy="7160895"/>
          </a:xfrm>
          <a:prstGeom prst="roundRect">
            <a:avLst>
              <a:gd name="adj" fmla="val 821"/>
            </a:avLst>
          </a:prstGeom>
          <a:solidFill>
            <a:srgbClr val="EEF3FA"/>
          </a:solidFill>
          <a:ln w="14288">
            <a:solidFill>
              <a:srgbClr val="B9C6D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1290141" y="5692140"/>
            <a:ext cx="5055870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1116" y="5796915"/>
            <a:ext cx="48455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7A8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photo: operating environment 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242050" y="4543425"/>
            <a:ext cx="9525" cy="280225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4543425"/>
            <a:ext cx="51898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90600" y="5457825"/>
            <a:ext cx="4859591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real-time onboard localization in GPS-denied indoor environments.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90600" y="6998018"/>
            <a:ext cx="51898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[Primary objective]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036425" y="4543425"/>
            <a:ext cx="9525" cy="280225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9" name="Text 7"/>
          <p:cNvSpPr/>
          <p:nvPr/>
        </p:nvSpPr>
        <p:spPr>
          <a:xfrm>
            <a:off x="6784975" y="4543425"/>
            <a:ext cx="51898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784975" y="5457825"/>
            <a:ext cx="4859592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or beat the baseline pipeline's accuracy on the lab benchmark.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784975" y="6998018"/>
            <a:ext cx="51898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[Secondary objective]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579350" y="4543425"/>
            <a:ext cx="51898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579350" y="5457825"/>
            <a:ext cx="4859591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 estimation at [target] Hz on the drone's onboard compute.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579350" y="6998018"/>
            <a:ext cx="51898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[Stretch goal]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27045"/>
            <a:ext cx="1793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990600" y="4589145"/>
            <a:ext cx="1793748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90600" y="5970270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6284595"/>
            <a:ext cx="1079182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was built, and what happened in each of the three months.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System Setup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3884771"/>
            <a:ext cx="91740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275296"/>
            <a:ext cx="9174099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[Quadcopter model] with [stereo camera + IMU + LiDAR].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90600" y="5093494"/>
            <a:ext cx="91740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5484019"/>
            <a:ext cx="8590292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[State-estimation method — e.g., visual-inertial odometry with loop closure].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90600" y="6739414"/>
            <a:ext cx="91740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0600" y="7129939"/>
            <a:ext cx="8590292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[Test environment] with [ground-truth method — e.g., motion capture].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016490" y="2364105"/>
            <a:ext cx="7280910" cy="7160895"/>
          </a:xfrm>
          <a:prstGeom prst="roundRect">
            <a:avLst>
              <a:gd name="adj" fmla="val 798"/>
            </a:avLst>
          </a:prstGeom>
          <a:solidFill>
            <a:srgbClr val="EEF3FA"/>
          </a:solidFill>
          <a:ln w="14288">
            <a:solidFill>
              <a:srgbClr val="B9C6D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688955" y="5692140"/>
            <a:ext cx="5935980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69930" y="5796915"/>
            <a:ext cx="57521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7A8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photo: drone platform &amp; sensor rig 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MONTHS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Three-Month Timeline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364105"/>
            <a:ext cx="5130800" cy="28575"/>
          </a:xfrm>
          <a:prstGeom prst="rect">
            <a:avLst/>
          </a:prstGeom>
          <a:solidFill>
            <a:srgbClr val="2F74C0"/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2759393"/>
            <a:ext cx="133350" cy="1333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678430"/>
            <a:ext cx="1374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202305"/>
            <a:ext cx="56438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Baseline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03910" y="3854768"/>
            <a:ext cx="5393690" cy="1423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development environment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the baseline pipeline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prior literature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78600" y="2364105"/>
            <a:ext cx="5130800" cy="28575"/>
          </a:xfrm>
          <a:prstGeom prst="rect">
            <a:avLst/>
          </a:prstGeom>
          <a:solidFill>
            <a:srgbClr val="2F74C0"/>
          </a:solidFill>
          <a:ln/>
        </p:spPr>
      </p:sp>
      <p:sp>
        <p:nvSpPr>
          <p:cNvPr id="10" name="Shape 8"/>
          <p:cNvSpPr/>
          <p:nvPr/>
        </p:nvSpPr>
        <p:spPr>
          <a:xfrm>
            <a:off x="6578600" y="2759393"/>
            <a:ext cx="133350" cy="1333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11" name="Text 9"/>
          <p:cNvSpPr/>
          <p:nvPr/>
        </p:nvSpPr>
        <p:spPr>
          <a:xfrm>
            <a:off x="6845300" y="2678430"/>
            <a:ext cx="1374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78600" y="3202305"/>
            <a:ext cx="56438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Integrate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391910" y="3854768"/>
            <a:ext cx="5393690" cy="1423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[the method]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the sensor suite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and tethered testing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66600" y="2364105"/>
            <a:ext cx="5130800" cy="28575"/>
          </a:xfrm>
          <a:prstGeom prst="rect">
            <a:avLst/>
          </a:prstGeom>
          <a:solidFill>
            <a:srgbClr val="2F74C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66600" y="2759393"/>
            <a:ext cx="133350" cy="1333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16" name="Text 14"/>
          <p:cNvSpPr/>
          <p:nvPr/>
        </p:nvSpPr>
        <p:spPr>
          <a:xfrm>
            <a:off x="12433300" y="2678430"/>
            <a:ext cx="1374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6600" y="3202305"/>
            <a:ext cx="56438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Analyze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979910" y="3854768"/>
            <a:ext cx="5393690" cy="1423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flight experiments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and analyze data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up results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27045"/>
            <a:ext cx="1793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990600" y="4589145"/>
            <a:ext cx="1793748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Impact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90600" y="5970270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6284595"/>
            <a:ext cx="1079182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work produced, what it showed, and what it leaves behind.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4298156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4738211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1000" y="4631531"/>
            <a:ext cx="11562795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drift dropped by [X%] relative to the baseline on long flights.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5392579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5832634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91000" y="5725954"/>
            <a:ext cx="13202524" cy="475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held through [low-texture / low-light] scenes where the baseline lost lock.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90600" y="7581424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1" name="Shape 9"/>
          <p:cNvSpPr/>
          <p:nvPr/>
        </p:nvSpPr>
        <p:spPr>
          <a:xfrm>
            <a:off x="990600" y="6487001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6927056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91000" y="6820376"/>
            <a:ext cx="13694966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ran in real time on the drone's onboard compute with headroom to spare.</a:t>
            </a:r>
            <a:endParaRPr lang="en-US" sz="2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EVIDENCE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Test Results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364105"/>
            <a:ext cx="7924800" cy="6591300"/>
          </a:xfrm>
          <a:prstGeom prst="roundRect">
            <a:avLst>
              <a:gd name="adj" fmla="val 867"/>
            </a:avLst>
          </a:prstGeom>
          <a:solidFill>
            <a:srgbClr val="EEF3FA"/>
          </a:solidFill>
          <a:ln w="14288">
            <a:solidFill>
              <a:srgbClr val="B9C6D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18435" y="5407343"/>
            <a:ext cx="4469130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99410" y="5512118"/>
            <a:ext cx="42412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7A8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photo: indoor test arena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9164955"/>
            <a:ext cx="871728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flights with motion-capture ground truth.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72600" y="2364105"/>
            <a:ext cx="7924800" cy="6591300"/>
          </a:xfrm>
          <a:prstGeom prst="roundRect">
            <a:avLst>
              <a:gd name="adj" fmla="val 867"/>
            </a:avLst>
          </a:prstGeom>
          <a:solidFill>
            <a:srgbClr val="EEF3FA"/>
          </a:solidFill>
          <a:ln w="14288">
            <a:solidFill>
              <a:srgbClr val="B9C6D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587038" y="5407343"/>
            <a:ext cx="5495925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68013" y="5512118"/>
            <a:ext cx="52988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7A8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photo: outdoor cluttered course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72600" y="9164955"/>
            <a:ext cx="871728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trials in [environment].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NUMBERS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267450" y="2364105"/>
            <a:ext cx="9525" cy="12668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364105"/>
            <a:ext cx="104394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034540" y="2726055"/>
            <a:ext cx="51085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F7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Hz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90600" y="3335655"/>
            <a:ext cx="53016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9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 update rate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11025" y="2364105"/>
            <a:ext cx="9525" cy="12668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9" name="Text 7"/>
          <p:cNvSpPr/>
          <p:nvPr/>
        </p:nvSpPr>
        <p:spPr>
          <a:xfrm>
            <a:off x="6734175" y="2364105"/>
            <a:ext cx="131929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8009731" y="2726055"/>
            <a:ext cx="39544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F7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734175" y="3335655"/>
            <a:ext cx="53016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9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position error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77750" y="2364105"/>
            <a:ext cx="104394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50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13521690" y="2726055"/>
            <a:ext cx="70119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F7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477750" y="3335655"/>
            <a:ext cx="53016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9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Endurance per flight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0600" y="4088130"/>
            <a:ext cx="16306800" cy="5436870"/>
          </a:xfrm>
          <a:prstGeom prst="roundRect">
            <a:avLst>
              <a:gd name="adj" fmla="val 1051"/>
            </a:avLst>
          </a:prstGeom>
          <a:solidFill>
            <a:srgbClr val="EEF3FA"/>
          </a:solidFill>
          <a:ln w="14288">
            <a:solidFill>
              <a:srgbClr val="B9C6D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69380" y="6554152"/>
            <a:ext cx="5349240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0355" y="6658927"/>
            <a:ext cx="51477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7A8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photo: trajectory / map output ]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Learnings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36410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304990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26080"/>
            <a:ext cx="773087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[Hardest technical problem — e.g., sensor sync and calibration drift]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600" y="402526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3901440"/>
            <a:ext cx="471574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[Integration or hardware constraint]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462724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4503420"/>
            <a:ext cx="316001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or data limitation]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0" y="236410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LEARNED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0" y="304990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2926080"/>
            <a:ext cx="298294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[Technical skill gained]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0" y="365188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3528060"/>
            <a:ext cx="38085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[Research or process insight]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0" y="425386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17" name="Text 15"/>
          <p:cNvSpPr/>
          <p:nvPr/>
        </p:nvSpPr>
        <p:spPr>
          <a:xfrm>
            <a:off x="9791700" y="4130040"/>
            <a:ext cx="43053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[Collaboration or domain insight]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Contributions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4706303"/>
            <a:ext cx="104775" cy="104775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5" name="Text 3"/>
          <p:cNvSpPr/>
          <p:nvPr/>
        </p:nvSpPr>
        <p:spPr>
          <a:xfrm>
            <a:off x="1266825" y="4563428"/>
            <a:ext cx="863787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Contributed [module / feature] to the team's [codebase / pipeline], now used for [purpose].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90600" y="5860732"/>
            <a:ext cx="104775" cy="104775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7" name="Text 5"/>
          <p:cNvSpPr/>
          <p:nvPr/>
        </p:nvSpPr>
        <p:spPr>
          <a:xfrm>
            <a:off x="1266825" y="5717857"/>
            <a:ext cx="863787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 [dataset / benchmark / documentation] for future work.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7015163"/>
            <a:ext cx="104775" cy="104775"/>
          </a:xfrm>
          <a:prstGeom prst="ellipse">
            <a:avLst/>
          </a:prstGeom>
          <a:solidFill>
            <a:srgbClr val="2F74C0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6872288"/>
            <a:ext cx="9091152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[Other contribution — demo, internal talk, or paper draft].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338911" y="2364105"/>
            <a:ext cx="6958489" cy="7160895"/>
          </a:xfrm>
          <a:prstGeom prst="roundRect">
            <a:avLst>
              <a:gd name="adj" fmla="val 821"/>
            </a:avLst>
          </a:prstGeom>
          <a:solidFill>
            <a:srgbClr val="EEF3FA"/>
          </a:solidFill>
          <a:ln w="14288">
            <a:solidFill>
              <a:srgbClr val="B9C6D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1876881" y="5692140"/>
            <a:ext cx="3882390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57856" y="5796915"/>
            <a:ext cx="36369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7A8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photo: demo / poster ]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LOOKING AHEAD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Recommendations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4336256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4631531"/>
            <a:ext cx="3055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62894" y="4631531"/>
            <a:ext cx="6809152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[Immediate next step the team could take]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5430679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5725954"/>
            <a:ext cx="3055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62894" y="5725954"/>
            <a:ext cx="5681948" cy="475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[Open question worth investigating]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90600" y="7543324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1" name="Shape 9"/>
          <p:cNvSpPr/>
          <p:nvPr/>
        </p:nvSpPr>
        <p:spPr>
          <a:xfrm>
            <a:off x="990600" y="6525101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6820376"/>
            <a:ext cx="3055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894" y="6820376"/>
            <a:ext cx="7334425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[Recommendation — tooling, data, or method]</a:t>
            </a:r>
            <a:endParaRPr lang="en-US" sz="2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3821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F74C0"/>
          </a:solidFill>
          <a:ln/>
        </p:spPr>
      </p:sp>
      <p:sp>
        <p:nvSpPr>
          <p:cNvPr id="3" name="Text 1"/>
          <p:cNvSpPr/>
          <p:nvPr/>
        </p:nvSpPr>
        <p:spPr>
          <a:xfrm>
            <a:off x="1314450" y="876300"/>
            <a:ext cx="6016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INTERNSHIP · SUMMER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3802856"/>
            <a:ext cx="1793748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90600" y="5279231"/>
            <a:ext cx="1793748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90600" y="8453438"/>
            <a:ext cx="16306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8786813"/>
            <a:ext cx="28353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9177338"/>
            <a:ext cx="283538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B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 · [email]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406424" y="8786813"/>
            <a:ext cx="74145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ACKNOWLEDGEMENTS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06424" y="9177338"/>
            <a:ext cx="741457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B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[Advisor], [Team], and [Lab] for their support.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5910" y="2637472"/>
            <a:ext cx="6016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INTERNSHIP · SUMMER 2025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785938" y="3275647"/>
            <a:ext cx="14716125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Drone Navigation in GPS-Denied Environments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8763000" y="5416868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</p:sp>
      <p:sp>
        <p:nvSpPr>
          <p:cNvPr id="5" name="Text 3"/>
          <p:cNvSpPr/>
          <p:nvPr/>
        </p:nvSpPr>
        <p:spPr>
          <a:xfrm>
            <a:off x="3748087" y="5845493"/>
            <a:ext cx="1079182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three-month research internship building and field-testing onboard localization for UAVs.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250341" y="7468552"/>
            <a:ext cx="1774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Name]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16052" y="7468552"/>
            <a:ext cx="2228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93090" y="7468552"/>
            <a:ext cx="25816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[Research Group]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28898" y="7468552"/>
            <a:ext cx="2228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76598" y="7468552"/>
            <a:ext cx="3227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[June – August 2025]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63400" y="2667000"/>
            <a:ext cx="6328410" cy="499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0" spc="-7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9000" dirty="0"/>
          </a:p>
        </p:txBody>
      </p:sp>
      <p:sp>
        <p:nvSpPr>
          <p:cNvPr id="3" name="Text 1"/>
          <p:cNvSpPr/>
          <p:nvPr/>
        </p:nvSpPr>
        <p:spPr>
          <a:xfrm>
            <a:off x="990600" y="3574732"/>
            <a:ext cx="18230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4041457"/>
            <a:ext cx="1793748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75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90600" y="5422582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5736907"/>
            <a:ext cx="9810750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was built, and what happened in each of the three months.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2026-06-24T14:19:02Z</dcterms:created>
  <dcterms:modified xsi:type="dcterms:W3CDTF">2026-06-24T14:19:02Z</dcterms:modified>
</cp:coreProperties>
</file>